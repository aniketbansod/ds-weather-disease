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EDA: Local Weather-Based Disease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Dataset: Weather-related disease prediction.csv</a:t>
            </a:r>
          </a:p>
          <a:p>
            <a:r>
              <a:t>Prepared by: Aniket Bansod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snapshot &amp; missing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Explain file shape, missing values and data types.</a:t>
            </a:r>
          </a:p>
          <a:p>
            <a:r>
              <a:t>See table: outputs/tables/missing.csv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distribution</a:t>
            </a:r>
          </a:p>
        </p:txBody>
      </p:sp>
      <p:pic>
        <p:nvPicPr>
          <p:cNvPr id="3" name="Picture 2" descr="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symptom frequencies</a:t>
            </a:r>
          </a:p>
        </p:txBody>
      </p:sp>
      <p:pic>
        <p:nvPicPr>
          <p:cNvPr id="3" name="Picture 2" descr="symptom_freq_top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Symptom co-occurrence</a:t>
            </a:r>
          </a:p>
        </p:txBody>
      </p:sp>
      <p:pic>
        <p:nvPicPr>
          <p:cNvPr id="3" name="Picture 2" descr="symptom_cluster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Weather distribution by disease</a:t>
            </a:r>
          </a:p>
        </p:txBody>
      </p:sp>
      <p:pic>
        <p:nvPicPr>
          <p:cNvPr id="3" name="Picture 2" descr="temp_by_disease_to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Statistical tests &amp;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1) Chi-square: symptom ~ disease (p &lt; 0.05)</a:t>
            </a:r>
          </a:p>
          <a:p>
            <a:r>
              <a:t>2) ANOVA/Kruskal: weather ~ disease (p &lt; 0.05)</a:t>
            </a:r>
          </a:p>
          <a:p>
            <a:r>
              <a:t>3) Next steps: preprocessing &amp; predictive modeling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